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Market Research &amp; Survey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e-commerce consumer survey |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factors associated with customer satisfaction, repeat-purchase intention, and switching intent.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Questionnaire design → synthetic response generation → quality checks → cleaning → tabulation → quantitative analysis → dashboard →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2,008 raw records including intentionally simulated quality issues; 2,000 cleaned records used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3.74/5</a:t>
            </a:r>
          </a:p>
          <a:p>
            <a:r>
              <a:t>Average repeat-purchase intent: 3.80/5</a:t>
            </a:r>
          </a:p>
          <a:p>
            <a:r>
              <a:t>Average recommendation score: 7.6/10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preferred_platform  Respondents  Avg_Satisfaction  Avg_Repeat_Intent  Avg_Recommendation</a:t>
            </a:r>
          </a:p>
          <a:p>
            <a:r>
              <a:t>            Amazon          837              3.76               3.85                7.66</a:t>
            </a:r>
          </a:p>
          <a:p>
            <a:r>
              <a:t>          Flipkart          656              3.74               3.75                7.66</a:t>
            </a:r>
          </a:p>
          <a:p>
            <a:r>
              <a:t>            Myntra          253              3.73               3.75                7.64</a:t>
            </a:r>
          </a:p>
          <a:p>
            <a:r>
              <a:t>             Other          254              3.71               3.81                7.56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the dashboard and workbook to identify the strongest satisfaction drivers, customer segments, and switching-risk groups.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responses are synthetic and simulated. Findings demonstrate an analytical workflow and should not be interpreted as real market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